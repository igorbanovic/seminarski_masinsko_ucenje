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9" r:id="rId10"/>
    <p:sldId id="263" r:id="rId11"/>
    <p:sldId id="264" r:id="rId12"/>
    <p:sldId id="265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3" d="100"/>
          <a:sy n="123" d="100"/>
        </p:scale>
        <p:origin x="-71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76069D-4602-4CC3-A410-B3357EFEBC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20FA524-86AE-4B0E-8DA9-55371F49D388}">
      <dgm:prSet phldrT="[Text]"/>
      <dgm:spPr/>
      <dgm:t>
        <a:bodyPr/>
        <a:lstStyle/>
        <a:p>
          <a:r>
            <a:rPr lang="en-US" dirty="0" err="1" smtClean="0"/>
            <a:t>Slika</a:t>
          </a:r>
          <a:endParaRPr lang="en-US" dirty="0"/>
        </a:p>
      </dgm:t>
    </dgm:pt>
    <dgm:pt modelId="{2E651521-D7C0-4F2C-8BD4-839A09453C45}" type="parTrans" cxnId="{09A22EA2-05EA-4450-A89B-8C943D22BFB7}">
      <dgm:prSet/>
      <dgm:spPr/>
      <dgm:t>
        <a:bodyPr/>
        <a:lstStyle/>
        <a:p>
          <a:endParaRPr lang="en-US"/>
        </a:p>
      </dgm:t>
    </dgm:pt>
    <dgm:pt modelId="{3862E200-B985-4C28-AEC1-3B529D6B288E}" type="sibTrans" cxnId="{09A22EA2-05EA-4450-A89B-8C943D22BFB7}">
      <dgm:prSet/>
      <dgm:spPr/>
      <dgm:t>
        <a:bodyPr/>
        <a:lstStyle/>
        <a:p>
          <a:endParaRPr lang="en-US"/>
        </a:p>
      </dgm:t>
    </dgm:pt>
    <dgm:pt modelId="{261E83BA-AB47-4CA1-B9A0-41A212AA223B}">
      <dgm:prSet phldrT="[Text]"/>
      <dgm:spPr/>
      <dgm:t>
        <a:bodyPr/>
        <a:lstStyle/>
        <a:p>
          <a:r>
            <a:rPr lang="en-US" dirty="0" smtClean="0"/>
            <a:t>CLAHE</a:t>
          </a:r>
          <a:endParaRPr lang="en-US" dirty="0"/>
        </a:p>
      </dgm:t>
    </dgm:pt>
    <dgm:pt modelId="{A62E93CB-52E0-4FB4-A910-5D2CE00D6F43}" type="parTrans" cxnId="{15DD9224-AC95-48E6-B9DF-6527A671FC78}">
      <dgm:prSet/>
      <dgm:spPr/>
      <dgm:t>
        <a:bodyPr/>
        <a:lstStyle/>
        <a:p>
          <a:endParaRPr lang="en-US"/>
        </a:p>
      </dgm:t>
    </dgm:pt>
    <dgm:pt modelId="{238C60DE-1CBE-44E7-B1FA-3B792D9A3E85}" type="sibTrans" cxnId="{15DD9224-AC95-48E6-B9DF-6527A671FC78}">
      <dgm:prSet/>
      <dgm:spPr/>
      <dgm:t>
        <a:bodyPr/>
        <a:lstStyle/>
        <a:p>
          <a:endParaRPr lang="en-US"/>
        </a:p>
      </dgm:t>
    </dgm:pt>
    <dgm:pt modelId="{119C1DD2-7DC7-44FE-9385-01B097B3B775}">
      <dgm:prSet phldrT="[Text]"/>
      <dgm:spPr/>
      <dgm:t>
        <a:bodyPr/>
        <a:lstStyle/>
        <a:p>
          <a:r>
            <a:rPr lang="en-US" dirty="0" smtClean="0"/>
            <a:t>K-means</a:t>
          </a:r>
          <a:endParaRPr lang="en-US" dirty="0"/>
        </a:p>
      </dgm:t>
    </dgm:pt>
    <dgm:pt modelId="{876E2964-F9A7-4CCC-A568-6D0F96303B5D}" type="parTrans" cxnId="{1321FAB9-B3CD-4047-88EA-5F60047815AC}">
      <dgm:prSet/>
      <dgm:spPr/>
      <dgm:t>
        <a:bodyPr/>
        <a:lstStyle/>
        <a:p>
          <a:endParaRPr lang="en-US"/>
        </a:p>
      </dgm:t>
    </dgm:pt>
    <dgm:pt modelId="{C0EB2922-57C4-4FB4-9409-6B98AD3FF192}" type="sibTrans" cxnId="{1321FAB9-B3CD-4047-88EA-5F60047815AC}">
      <dgm:prSet/>
      <dgm:spPr/>
      <dgm:t>
        <a:bodyPr/>
        <a:lstStyle/>
        <a:p>
          <a:endParaRPr lang="en-US"/>
        </a:p>
      </dgm:t>
    </dgm:pt>
    <dgm:pt modelId="{94017F1E-9C39-4672-A86D-FEC495A749F2}">
      <dgm:prSet phldrT="[Text]"/>
      <dgm:spPr/>
      <dgm:t>
        <a:bodyPr/>
        <a:lstStyle/>
        <a:p>
          <a:r>
            <a:rPr lang="en-US" dirty="0" smtClean="0"/>
            <a:t>ROI</a:t>
          </a:r>
          <a:endParaRPr lang="en-US" dirty="0"/>
        </a:p>
      </dgm:t>
    </dgm:pt>
    <dgm:pt modelId="{3FB0C815-4F3C-4F16-83F0-9729A5A4F3B3}" type="parTrans" cxnId="{47D89667-F73C-4F61-BA9D-CE008EBA537C}">
      <dgm:prSet/>
      <dgm:spPr/>
      <dgm:t>
        <a:bodyPr/>
        <a:lstStyle/>
        <a:p>
          <a:endParaRPr lang="en-US"/>
        </a:p>
      </dgm:t>
    </dgm:pt>
    <dgm:pt modelId="{C2773166-59FA-4894-9466-B2AE775A238E}" type="sibTrans" cxnId="{47D89667-F73C-4F61-BA9D-CE008EBA537C}">
      <dgm:prSet/>
      <dgm:spPr/>
      <dgm:t>
        <a:bodyPr/>
        <a:lstStyle/>
        <a:p>
          <a:endParaRPr lang="en-US"/>
        </a:p>
      </dgm:t>
    </dgm:pt>
    <dgm:pt modelId="{2F18C23C-AC46-4FE5-8223-05E7346067DD}">
      <dgm:prSet phldrT="[Text]"/>
      <dgm:spPr/>
      <dgm:t>
        <a:bodyPr/>
        <a:lstStyle/>
        <a:p>
          <a:r>
            <a:rPr lang="en-US" dirty="0" smtClean="0"/>
            <a:t>Feature</a:t>
          </a:r>
          <a:endParaRPr lang="en-US" dirty="0"/>
        </a:p>
      </dgm:t>
    </dgm:pt>
    <dgm:pt modelId="{AF057E53-D918-421C-8844-A1019A6FD1D0}" type="parTrans" cxnId="{FB915EC3-BE86-4199-8694-BD6183C2CA37}">
      <dgm:prSet/>
      <dgm:spPr/>
      <dgm:t>
        <a:bodyPr/>
        <a:lstStyle/>
        <a:p>
          <a:endParaRPr lang="en-US"/>
        </a:p>
      </dgm:t>
    </dgm:pt>
    <dgm:pt modelId="{9D1DFAB5-7C49-490D-A644-5763DCC77500}" type="sibTrans" cxnId="{FB915EC3-BE86-4199-8694-BD6183C2CA37}">
      <dgm:prSet/>
      <dgm:spPr/>
      <dgm:t>
        <a:bodyPr/>
        <a:lstStyle/>
        <a:p>
          <a:endParaRPr lang="en-US"/>
        </a:p>
      </dgm:t>
    </dgm:pt>
    <dgm:pt modelId="{4B4B0D48-E7A9-4E08-B4E6-5A4841032B32}">
      <dgm:prSet phldrT="[Text]"/>
      <dgm:spPr/>
      <dgm:t>
        <a:bodyPr/>
        <a:lstStyle/>
        <a:p>
          <a:r>
            <a:rPr lang="en-US" dirty="0" smtClean="0"/>
            <a:t>SVM</a:t>
          </a:r>
          <a:endParaRPr lang="en-US" dirty="0"/>
        </a:p>
      </dgm:t>
    </dgm:pt>
    <dgm:pt modelId="{0D470417-9AE7-4C1D-9B73-D7503BEF43A1}" type="parTrans" cxnId="{5FEA633B-3CF9-48D7-8374-0F735F143060}">
      <dgm:prSet/>
      <dgm:spPr/>
      <dgm:t>
        <a:bodyPr/>
        <a:lstStyle/>
        <a:p>
          <a:endParaRPr lang="en-US"/>
        </a:p>
      </dgm:t>
    </dgm:pt>
    <dgm:pt modelId="{03773629-F3E4-4BE5-B250-CA4DA0FC64B1}" type="sibTrans" cxnId="{5FEA633B-3CF9-48D7-8374-0F735F143060}">
      <dgm:prSet/>
      <dgm:spPr/>
      <dgm:t>
        <a:bodyPr/>
        <a:lstStyle/>
        <a:p>
          <a:endParaRPr lang="en-US"/>
        </a:p>
      </dgm:t>
    </dgm:pt>
    <dgm:pt modelId="{04F71CA6-9CA6-402B-BC57-EA3F17B80E4E}" type="pres">
      <dgm:prSet presAssocID="{6D76069D-4602-4CC3-A410-B3357EFEBC16}" presName="Name0" presStyleCnt="0">
        <dgm:presLayoutVars>
          <dgm:dir/>
          <dgm:resizeHandles val="exact"/>
        </dgm:presLayoutVars>
      </dgm:prSet>
      <dgm:spPr/>
    </dgm:pt>
    <dgm:pt modelId="{BB775932-E296-4823-884B-067C97D3A8BE}" type="pres">
      <dgm:prSet presAssocID="{920FA524-86AE-4B0E-8DA9-55371F49D388}" presName="node" presStyleLbl="node1" presStyleIdx="0" presStyleCnt="6">
        <dgm:presLayoutVars>
          <dgm:bulletEnabled val="1"/>
        </dgm:presLayoutVars>
      </dgm:prSet>
      <dgm:spPr/>
    </dgm:pt>
    <dgm:pt modelId="{4D3567D3-2B6B-4D29-ABFE-835EF3B7AD88}" type="pres">
      <dgm:prSet presAssocID="{3862E200-B985-4C28-AEC1-3B529D6B288E}" presName="sibTrans" presStyleLbl="sibTrans2D1" presStyleIdx="0" presStyleCnt="5"/>
      <dgm:spPr/>
    </dgm:pt>
    <dgm:pt modelId="{B20FC9E5-5AA5-42A1-A478-CA17E84AD9F1}" type="pres">
      <dgm:prSet presAssocID="{3862E200-B985-4C28-AEC1-3B529D6B288E}" presName="connectorText" presStyleLbl="sibTrans2D1" presStyleIdx="0" presStyleCnt="5"/>
      <dgm:spPr/>
    </dgm:pt>
    <dgm:pt modelId="{DA793CF4-EE9F-4CC9-B9D3-53311C7F5123}" type="pres">
      <dgm:prSet presAssocID="{261E83BA-AB47-4CA1-B9A0-41A212AA223B}" presName="node" presStyleLbl="node1" presStyleIdx="1" presStyleCnt="6">
        <dgm:presLayoutVars>
          <dgm:bulletEnabled val="1"/>
        </dgm:presLayoutVars>
      </dgm:prSet>
      <dgm:spPr/>
    </dgm:pt>
    <dgm:pt modelId="{96C99FDF-D5B1-42DF-9823-3A15ADFBD1F0}" type="pres">
      <dgm:prSet presAssocID="{238C60DE-1CBE-44E7-B1FA-3B792D9A3E85}" presName="sibTrans" presStyleLbl="sibTrans2D1" presStyleIdx="1" presStyleCnt="5"/>
      <dgm:spPr/>
    </dgm:pt>
    <dgm:pt modelId="{C841E901-F8B9-4F78-85A0-BCBA86FF544C}" type="pres">
      <dgm:prSet presAssocID="{238C60DE-1CBE-44E7-B1FA-3B792D9A3E85}" presName="connectorText" presStyleLbl="sibTrans2D1" presStyleIdx="1" presStyleCnt="5"/>
      <dgm:spPr/>
    </dgm:pt>
    <dgm:pt modelId="{48F8A6A2-E410-40E0-9ED1-9D07B5FFBF1D}" type="pres">
      <dgm:prSet presAssocID="{119C1DD2-7DC7-44FE-9385-01B097B3B775}" presName="node" presStyleLbl="node1" presStyleIdx="2" presStyleCnt="6">
        <dgm:presLayoutVars>
          <dgm:bulletEnabled val="1"/>
        </dgm:presLayoutVars>
      </dgm:prSet>
      <dgm:spPr/>
    </dgm:pt>
    <dgm:pt modelId="{807EF501-66A5-45E3-A9C8-170DA04E6FA5}" type="pres">
      <dgm:prSet presAssocID="{C0EB2922-57C4-4FB4-9409-6B98AD3FF192}" presName="sibTrans" presStyleLbl="sibTrans2D1" presStyleIdx="2" presStyleCnt="5"/>
      <dgm:spPr/>
    </dgm:pt>
    <dgm:pt modelId="{2F4F4497-684F-4FF6-8D00-5CFF2E025796}" type="pres">
      <dgm:prSet presAssocID="{C0EB2922-57C4-4FB4-9409-6B98AD3FF192}" presName="connectorText" presStyleLbl="sibTrans2D1" presStyleIdx="2" presStyleCnt="5"/>
      <dgm:spPr/>
    </dgm:pt>
    <dgm:pt modelId="{ABC62CAE-11E0-4E09-8211-19BA25BC200A}" type="pres">
      <dgm:prSet presAssocID="{94017F1E-9C39-4672-A86D-FEC495A749F2}" presName="node" presStyleLbl="node1" presStyleIdx="3" presStyleCnt="6">
        <dgm:presLayoutVars>
          <dgm:bulletEnabled val="1"/>
        </dgm:presLayoutVars>
      </dgm:prSet>
      <dgm:spPr/>
    </dgm:pt>
    <dgm:pt modelId="{2A153099-1FB2-49B0-B7E4-35F823438867}" type="pres">
      <dgm:prSet presAssocID="{C2773166-59FA-4894-9466-B2AE775A238E}" presName="sibTrans" presStyleLbl="sibTrans2D1" presStyleIdx="3" presStyleCnt="5"/>
      <dgm:spPr/>
    </dgm:pt>
    <dgm:pt modelId="{F562F1B8-3FD4-407B-AC7A-6E3A02484500}" type="pres">
      <dgm:prSet presAssocID="{C2773166-59FA-4894-9466-B2AE775A238E}" presName="connectorText" presStyleLbl="sibTrans2D1" presStyleIdx="3" presStyleCnt="5"/>
      <dgm:spPr/>
    </dgm:pt>
    <dgm:pt modelId="{AF6F7F74-5A56-44C3-B48C-9EAD0949BB8E}" type="pres">
      <dgm:prSet presAssocID="{2F18C23C-AC46-4FE5-8223-05E7346067DD}" presName="node" presStyleLbl="node1" presStyleIdx="4" presStyleCnt="6">
        <dgm:presLayoutVars>
          <dgm:bulletEnabled val="1"/>
        </dgm:presLayoutVars>
      </dgm:prSet>
      <dgm:spPr/>
    </dgm:pt>
    <dgm:pt modelId="{DDC99B42-45DC-4B7B-A8C2-C230E73F79F0}" type="pres">
      <dgm:prSet presAssocID="{9D1DFAB5-7C49-490D-A644-5763DCC77500}" presName="sibTrans" presStyleLbl="sibTrans2D1" presStyleIdx="4" presStyleCnt="5"/>
      <dgm:spPr/>
    </dgm:pt>
    <dgm:pt modelId="{6E9A6EB1-1551-4992-91C0-F1269C6A83E5}" type="pres">
      <dgm:prSet presAssocID="{9D1DFAB5-7C49-490D-A644-5763DCC77500}" presName="connectorText" presStyleLbl="sibTrans2D1" presStyleIdx="4" presStyleCnt="5"/>
      <dgm:spPr/>
    </dgm:pt>
    <dgm:pt modelId="{7E895DA7-63C1-4D96-AACC-C142CECF4A3B}" type="pres">
      <dgm:prSet presAssocID="{4B4B0D48-E7A9-4E08-B4E6-5A4841032B32}" presName="node" presStyleLbl="node1" presStyleIdx="5" presStyleCnt="6">
        <dgm:presLayoutVars>
          <dgm:bulletEnabled val="1"/>
        </dgm:presLayoutVars>
      </dgm:prSet>
      <dgm:spPr/>
    </dgm:pt>
  </dgm:ptLst>
  <dgm:cxnLst>
    <dgm:cxn modelId="{09A22EA2-05EA-4450-A89B-8C943D22BFB7}" srcId="{6D76069D-4602-4CC3-A410-B3357EFEBC16}" destId="{920FA524-86AE-4B0E-8DA9-55371F49D388}" srcOrd="0" destOrd="0" parTransId="{2E651521-D7C0-4F2C-8BD4-839A09453C45}" sibTransId="{3862E200-B985-4C28-AEC1-3B529D6B288E}"/>
    <dgm:cxn modelId="{99AED738-122B-4FFE-B488-A9E03DA9C703}" type="presOf" srcId="{C2773166-59FA-4894-9466-B2AE775A238E}" destId="{2A153099-1FB2-49B0-B7E4-35F823438867}" srcOrd="0" destOrd="0" presId="urn:microsoft.com/office/officeart/2005/8/layout/process1"/>
    <dgm:cxn modelId="{5D4051E2-10D3-49B2-8A14-07AA76831CBB}" type="presOf" srcId="{238C60DE-1CBE-44E7-B1FA-3B792D9A3E85}" destId="{96C99FDF-D5B1-42DF-9823-3A15ADFBD1F0}" srcOrd="0" destOrd="0" presId="urn:microsoft.com/office/officeart/2005/8/layout/process1"/>
    <dgm:cxn modelId="{D63FA06E-1DFE-416C-8791-B5F6F11835D0}" type="presOf" srcId="{3862E200-B985-4C28-AEC1-3B529D6B288E}" destId="{B20FC9E5-5AA5-42A1-A478-CA17E84AD9F1}" srcOrd="1" destOrd="0" presId="urn:microsoft.com/office/officeart/2005/8/layout/process1"/>
    <dgm:cxn modelId="{A1666FA3-18D4-4BA9-B1CE-8727593678EE}" type="presOf" srcId="{9D1DFAB5-7C49-490D-A644-5763DCC77500}" destId="{6E9A6EB1-1551-4992-91C0-F1269C6A83E5}" srcOrd="1" destOrd="0" presId="urn:microsoft.com/office/officeart/2005/8/layout/process1"/>
    <dgm:cxn modelId="{8300E839-0EAC-4037-BAF1-273338971AA2}" type="presOf" srcId="{261E83BA-AB47-4CA1-B9A0-41A212AA223B}" destId="{DA793CF4-EE9F-4CC9-B9D3-53311C7F5123}" srcOrd="0" destOrd="0" presId="urn:microsoft.com/office/officeart/2005/8/layout/process1"/>
    <dgm:cxn modelId="{1321FAB9-B3CD-4047-88EA-5F60047815AC}" srcId="{6D76069D-4602-4CC3-A410-B3357EFEBC16}" destId="{119C1DD2-7DC7-44FE-9385-01B097B3B775}" srcOrd="2" destOrd="0" parTransId="{876E2964-F9A7-4CCC-A568-6D0F96303B5D}" sibTransId="{C0EB2922-57C4-4FB4-9409-6B98AD3FF192}"/>
    <dgm:cxn modelId="{DB7A683F-A9E9-4B09-BB7E-83BF0481F700}" type="presOf" srcId="{9D1DFAB5-7C49-490D-A644-5763DCC77500}" destId="{DDC99B42-45DC-4B7B-A8C2-C230E73F79F0}" srcOrd="0" destOrd="0" presId="urn:microsoft.com/office/officeart/2005/8/layout/process1"/>
    <dgm:cxn modelId="{47D89667-F73C-4F61-BA9D-CE008EBA537C}" srcId="{6D76069D-4602-4CC3-A410-B3357EFEBC16}" destId="{94017F1E-9C39-4672-A86D-FEC495A749F2}" srcOrd="3" destOrd="0" parTransId="{3FB0C815-4F3C-4F16-83F0-9729A5A4F3B3}" sibTransId="{C2773166-59FA-4894-9466-B2AE775A238E}"/>
    <dgm:cxn modelId="{BFAF5498-32F2-424D-9219-5C23EF1A33E0}" type="presOf" srcId="{6D76069D-4602-4CC3-A410-B3357EFEBC16}" destId="{04F71CA6-9CA6-402B-BC57-EA3F17B80E4E}" srcOrd="0" destOrd="0" presId="urn:microsoft.com/office/officeart/2005/8/layout/process1"/>
    <dgm:cxn modelId="{1D809AD8-FF2A-49A3-B13F-7AC691094339}" type="presOf" srcId="{C2773166-59FA-4894-9466-B2AE775A238E}" destId="{F562F1B8-3FD4-407B-AC7A-6E3A02484500}" srcOrd="1" destOrd="0" presId="urn:microsoft.com/office/officeart/2005/8/layout/process1"/>
    <dgm:cxn modelId="{DA625EDF-6007-4F6A-9709-DB79B75713A8}" type="presOf" srcId="{94017F1E-9C39-4672-A86D-FEC495A749F2}" destId="{ABC62CAE-11E0-4E09-8211-19BA25BC200A}" srcOrd="0" destOrd="0" presId="urn:microsoft.com/office/officeart/2005/8/layout/process1"/>
    <dgm:cxn modelId="{F425AC66-40C4-4BDA-B2F5-D2BD2602BECF}" type="presOf" srcId="{C0EB2922-57C4-4FB4-9409-6B98AD3FF192}" destId="{807EF501-66A5-45E3-A9C8-170DA04E6FA5}" srcOrd="0" destOrd="0" presId="urn:microsoft.com/office/officeart/2005/8/layout/process1"/>
    <dgm:cxn modelId="{0CD1AD90-A299-4FCF-9A77-E538336FC8E0}" type="presOf" srcId="{920FA524-86AE-4B0E-8DA9-55371F49D388}" destId="{BB775932-E296-4823-884B-067C97D3A8BE}" srcOrd="0" destOrd="0" presId="urn:microsoft.com/office/officeart/2005/8/layout/process1"/>
    <dgm:cxn modelId="{AAC7E232-2707-40CE-B91A-ED00D8FFAC12}" type="presOf" srcId="{3862E200-B985-4C28-AEC1-3B529D6B288E}" destId="{4D3567D3-2B6B-4D29-ABFE-835EF3B7AD88}" srcOrd="0" destOrd="0" presId="urn:microsoft.com/office/officeart/2005/8/layout/process1"/>
    <dgm:cxn modelId="{15DD9224-AC95-48E6-B9DF-6527A671FC78}" srcId="{6D76069D-4602-4CC3-A410-B3357EFEBC16}" destId="{261E83BA-AB47-4CA1-B9A0-41A212AA223B}" srcOrd="1" destOrd="0" parTransId="{A62E93CB-52E0-4FB4-A910-5D2CE00D6F43}" sibTransId="{238C60DE-1CBE-44E7-B1FA-3B792D9A3E85}"/>
    <dgm:cxn modelId="{000CA794-9841-40F8-90A7-B1D359A3B153}" type="presOf" srcId="{2F18C23C-AC46-4FE5-8223-05E7346067DD}" destId="{AF6F7F74-5A56-44C3-B48C-9EAD0949BB8E}" srcOrd="0" destOrd="0" presId="urn:microsoft.com/office/officeart/2005/8/layout/process1"/>
    <dgm:cxn modelId="{0A7D7698-25ED-41C4-86D8-8F70E87D18D4}" type="presOf" srcId="{C0EB2922-57C4-4FB4-9409-6B98AD3FF192}" destId="{2F4F4497-684F-4FF6-8D00-5CFF2E025796}" srcOrd="1" destOrd="0" presId="urn:microsoft.com/office/officeart/2005/8/layout/process1"/>
    <dgm:cxn modelId="{29541A7B-901B-4B18-9613-FF7D27B25248}" type="presOf" srcId="{4B4B0D48-E7A9-4E08-B4E6-5A4841032B32}" destId="{7E895DA7-63C1-4D96-AACC-C142CECF4A3B}" srcOrd="0" destOrd="0" presId="urn:microsoft.com/office/officeart/2005/8/layout/process1"/>
    <dgm:cxn modelId="{5FEA633B-3CF9-48D7-8374-0F735F143060}" srcId="{6D76069D-4602-4CC3-A410-B3357EFEBC16}" destId="{4B4B0D48-E7A9-4E08-B4E6-5A4841032B32}" srcOrd="5" destOrd="0" parTransId="{0D470417-9AE7-4C1D-9B73-D7503BEF43A1}" sibTransId="{03773629-F3E4-4BE5-B250-CA4DA0FC64B1}"/>
    <dgm:cxn modelId="{AA295AD3-1387-4B83-8E35-B9029E7C0C13}" type="presOf" srcId="{119C1DD2-7DC7-44FE-9385-01B097B3B775}" destId="{48F8A6A2-E410-40E0-9ED1-9D07B5FFBF1D}" srcOrd="0" destOrd="0" presId="urn:microsoft.com/office/officeart/2005/8/layout/process1"/>
    <dgm:cxn modelId="{D2E86939-7CE3-405F-BDE7-49349EBD0021}" type="presOf" srcId="{238C60DE-1CBE-44E7-B1FA-3B792D9A3E85}" destId="{C841E901-F8B9-4F78-85A0-BCBA86FF544C}" srcOrd="1" destOrd="0" presId="urn:microsoft.com/office/officeart/2005/8/layout/process1"/>
    <dgm:cxn modelId="{FB915EC3-BE86-4199-8694-BD6183C2CA37}" srcId="{6D76069D-4602-4CC3-A410-B3357EFEBC16}" destId="{2F18C23C-AC46-4FE5-8223-05E7346067DD}" srcOrd="4" destOrd="0" parTransId="{AF057E53-D918-421C-8844-A1019A6FD1D0}" sibTransId="{9D1DFAB5-7C49-490D-A644-5763DCC77500}"/>
    <dgm:cxn modelId="{94CCD713-D7F3-4EDD-8962-56974D3450B5}" type="presParOf" srcId="{04F71CA6-9CA6-402B-BC57-EA3F17B80E4E}" destId="{BB775932-E296-4823-884B-067C97D3A8BE}" srcOrd="0" destOrd="0" presId="urn:microsoft.com/office/officeart/2005/8/layout/process1"/>
    <dgm:cxn modelId="{280E2823-171A-497E-A725-2C7B3B0BBFE5}" type="presParOf" srcId="{04F71CA6-9CA6-402B-BC57-EA3F17B80E4E}" destId="{4D3567D3-2B6B-4D29-ABFE-835EF3B7AD88}" srcOrd="1" destOrd="0" presId="urn:microsoft.com/office/officeart/2005/8/layout/process1"/>
    <dgm:cxn modelId="{985D887E-6767-4ECE-87EC-0F250697B31A}" type="presParOf" srcId="{4D3567D3-2B6B-4D29-ABFE-835EF3B7AD88}" destId="{B20FC9E5-5AA5-42A1-A478-CA17E84AD9F1}" srcOrd="0" destOrd="0" presId="urn:microsoft.com/office/officeart/2005/8/layout/process1"/>
    <dgm:cxn modelId="{FD5ED610-E904-4593-B935-BF4D554CCFB1}" type="presParOf" srcId="{04F71CA6-9CA6-402B-BC57-EA3F17B80E4E}" destId="{DA793CF4-EE9F-4CC9-B9D3-53311C7F5123}" srcOrd="2" destOrd="0" presId="urn:microsoft.com/office/officeart/2005/8/layout/process1"/>
    <dgm:cxn modelId="{B5055BC9-3D56-4168-AC8E-C20DFA2C5B12}" type="presParOf" srcId="{04F71CA6-9CA6-402B-BC57-EA3F17B80E4E}" destId="{96C99FDF-D5B1-42DF-9823-3A15ADFBD1F0}" srcOrd="3" destOrd="0" presId="urn:microsoft.com/office/officeart/2005/8/layout/process1"/>
    <dgm:cxn modelId="{A640B3C0-5851-4B65-84C1-8BDE53269D5A}" type="presParOf" srcId="{96C99FDF-D5B1-42DF-9823-3A15ADFBD1F0}" destId="{C841E901-F8B9-4F78-85A0-BCBA86FF544C}" srcOrd="0" destOrd="0" presId="urn:microsoft.com/office/officeart/2005/8/layout/process1"/>
    <dgm:cxn modelId="{9EA4AC54-B692-46F3-90E6-621AA9E5B383}" type="presParOf" srcId="{04F71CA6-9CA6-402B-BC57-EA3F17B80E4E}" destId="{48F8A6A2-E410-40E0-9ED1-9D07B5FFBF1D}" srcOrd="4" destOrd="0" presId="urn:microsoft.com/office/officeart/2005/8/layout/process1"/>
    <dgm:cxn modelId="{52AC2613-76EF-4AA2-A878-F00D71D84465}" type="presParOf" srcId="{04F71CA6-9CA6-402B-BC57-EA3F17B80E4E}" destId="{807EF501-66A5-45E3-A9C8-170DA04E6FA5}" srcOrd="5" destOrd="0" presId="urn:microsoft.com/office/officeart/2005/8/layout/process1"/>
    <dgm:cxn modelId="{4DF21136-66A3-449F-9A81-CF5B742AC045}" type="presParOf" srcId="{807EF501-66A5-45E3-A9C8-170DA04E6FA5}" destId="{2F4F4497-684F-4FF6-8D00-5CFF2E025796}" srcOrd="0" destOrd="0" presId="urn:microsoft.com/office/officeart/2005/8/layout/process1"/>
    <dgm:cxn modelId="{CDE251E2-FDCB-45B9-9FB0-9F2740BFA83F}" type="presParOf" srcId="{04F71CA6-9CA6-402B-BC57-EA3F17B80E4E}" destId="{ABC62CAE-11E0-4E09-8211-19BA25BC200A}" srcOrd="6" destOrd="0" presId="urn:microsoft.com/office/officeart/2005/8/layout/process1"/>
    <dgm:cxn modelId="{B24B70B2-825B-4705-9325-B0BA2966FA2D}" type="presParOf" srcId="{04F71CA6-9CA6-402B-BC57-EA3F17B80E4E}" destId="{2A153099-1FB2-49B0-B7E4-35F823438867}" srcOrd="7" destOrd="0" presId="urn:microsoft.com/office/officeart/2005/8/layout/process1"/>
    <dgm:cxn modelId="{9052B80B-48A6-4D6E-8281-32FA27CB386A}" type="presParOf" srcId="{2A153099-1FB2-49B0-B7E4-35F823438867}" destId="{F562F1B8-3FD4-407B-AC7A-6E3A02484500}" srcOrd="0" destOrd="0" presId="urn:microsoft.com/office/officeart/2005/8/layout/process1"/>
    <dgm:cxn modelId="{7063ED85-7539-4C2D-9156-505EB49B63CF}" type="presParOf" srcId="{04F71CA6-9CA6-402B-BC57-EA3F17B80E4E}" destId="{AF6F7F74-5A56-44C3-B48C-9EAD0949BB8E}" srcOrd="8" destOrd="0" presId="urn:microsoft.com/office/officeart/2005/8/layout/process1"/>
    <dgm:cxn modelId="{6162B8C9-A3A4-4EE2-AF3A-05D2BCDAACBF}" type="presParOf" srcId="{04F71CA6-9CA6-402B-BC57-EA3F17B80E4E}" destId="{DDC99B42-45DC-4B7B-A8C2-C230E73F79F0}" srcOrd="9" destOrd="0" presId="urn:microsoft.com/office/officeart/2005/8/layout/process1"/>
    <dgm:cxn modelId="{2F55B251-037C-4C9F-A593-315E675F14A0}" type="presParOf" srcId="{DDC99B42-45DC-4B7B-A8C2-C230E73F79F0}" destId="{6E9A6EB1-1551-4992-91C0-F1269C6A83E5}" srcOrd="0" destOrd="0" presId="urn:microsoft.com/office/officeart/2005/8/layout/process1"/>
    <dgm:cxn modelId="{829D21BA-45F8-4C2B-9105-5DA1954AC146}" type="presParOf" srcId="{04F71CA6-9CA6-402B-BC57-EA3F17B80E4E}" destId="{7E895DA7-63C1-4D96-AACC-C142CECF4A3B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775932-E296-4823-884B-067C97D3A8BE}">
      <dsp:nvSpPr>
        <dsp:cNvPr id="0" name=""/>
        <dsp:cNvSpPr/>
      </dsp:nvSpPr>
      <dsp:spPr>
        <a:xfrm>
          <a:off x="0" y="732792"/>
          <a:ext cx="761999" cy="5857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/>
            <a:t>Slika</a:t>
          </a:r>
          <a:endParaRPr lang="en-US" sz="1600" kern="1200" dirty="0"/>
        </a:p>
      </dsp:txBody>
      <dsp:txXfrm>
        <a:off x="17157" y="749949"/>
        <a:ext cx="727685" cy="551473"/>
      </dsp:txXfrm>
    </dsp:sp>
    <dsp:sp modelId="{4D3567D3-2B6B-4D29-ABFE-835EF3B7AD88}">
      <dsp:nvSpPr>
        <dsp:cNvPr id="0" name=""/>
        <dsp:cNvSpPr/>
      </dsp:nvSpPr>
      <dsp:spPr>
        <a:xfrm>
          <a:off x="838200" y="931198"/>
          <a:ext cx="161543" cy="18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838200" y="968993"/>
        <a:ext cx="113080" cy="113386"/>
      </dsp:txXfrm>
    </dsp:sp>
    <dsp:sp modelId="{DA793CF4-EE9F-4CC9-B9D3-53311C7F5123}">
      <dsp:nvSpPr>
        <dsp:cNvPr id="0" name=""/>
        <dsp:cNvSpPr/>
      </dsp:nvSpPr>
      <dsp:spPr>
        <a:xfrm>
          <a:off x="1066800" y="732792"/>
          <a:ext cx="761999" cy="5857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CLAHE</a:t>
          </a:r>
          <a:endParaRPr lang="en-US" sz="1600" kern="1200" dirty="0"/>
        </a:p>
      </dsp:txBody>
      <dsp:txXfrm>
        <a:off x="1083957" y="749949"/>
        <a:ext cx="727685" cy="551473"/>
      </dsp:txXfrm>
    </dsp:sp>
    <dsp:sp modelId="{96C99FDF-D5B1-42DF-9823-3A15ADFBD1F0}">
      <dsp:nvSpPr>
        <dsp:cNvPr id="0" name=""/>
        <dsp:cNvSpPr/>
      </dsp:nvSpPr>
      <dsp:spPr>
        <a:xfrm>
          <a:off x="1905000" y="931198"/>
          <a:ext cx="161544" cy="18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1905000" y="968993"/>
        <a:ext cx="113081" cy="113386"/>
      </dsp:txXfrm>
    </dsp:sp>
    <dsp:sp modelId="{48F8A6A2-E410-40E0-9ED1-9D07B5FFBF1D}">
      <dsp:nvSpPr>
        <dsp:cNvPr id="0" name=""/>
        <dsp:cNvSpPr/>
      </dsp:nvSpPr>
      <dsp:spPr>
        <a:xfrm>
          <a:off x="2133600" y="732792"/>
          <a:ext cx="761999" cy="5857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K-means</a:t>
          </a:r>
          <a:endParaRPr lang="en-US" sz="1600" kern="1200" dirty="0"/>
        </a:p>
      </dsp:txBody>
      <dsp:txXfrm>
        <a:off x="2150757" y="749949"/>
        <a:ext cx="727685" cy="551473"/>
      </dsp:txXfrm>
    </dsp:sp>
    <dsp:sp modelId="{807EF501-66A5-45E3-A9C8-170DA04E6FA5}">
      <dsp:nvSpPr>
        <dsp:cNvPr id="0" name=""/>
        <dsp:cNvSpPr/>
      </dsp:nvSpPr>
      <dsp:spPr>
        <a:xfrm>
          <a:off x="2971800" y="931198"/>
          <a:ext cx="161544" cy="18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2971800" y="968993"/>
        <a:ext cx="113081" cy="113386"/>
      </dsp:txXfrm>
    </dsp:sp>
    <dsp:sp modelId="{ABC62CAE-11E0-4E09-8211-19BA25BC200A}">
      <dsp:nvSpPr>
        <dsp:cNvPr id="0" name=""/>
        <dsp:cNvSpPr/>
      </dsp:nvSpPr>
      <dsp:spPr>
        <a:xfrm>
          <a:off x="3200400" y="732792"/>
          <a:ext cx="761999" cy="5857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ROI</a:t>
          </a:r>
          <a:endParaRPr lang="en-US" sz="1600" kern="1200" dirty="0"/>
        </a:p>
      </dsp:txBody>
      <dsp:txXfrm>
        <a:off x="3217557" y="749949"/>
        <a:ext cx="727685" cy="551473"/>
      </dsp:txXfrm>
    </dsp:sp>
    <dsp:sp modelId="{2A153099-1FB2-49B0-B7E4-35F823438867}">
      <dsp:nvSpPr>
        <dsp:cNvPr id="0" name=""/>
        <dsp:cNvSpPr/>
      </dsp:nvSpPr>
      <dsp:spPr>
        <a:xfrm>
          <a:off x="4038600" y="931198"/>
          <a:ext cx="161544" cy="18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4038600" y="968993"/>
        <a:ext cx="113081" cy="113386"/>
      </dsp:txXfrm>
    </dsp:sp>
    <dsp:sp modelId="{AF6F7F74-5A56-44C3-B48C-9EAD0949BB8E}">
      <dsp:nvSpPr>
        <dsp:cNvPr id="0" name=""/>
        <dsp:cNvSpPr/>
      </dsp:nvSpPr>
      <dsp:spPr>
        <a:xfrm>
          <a:off x="4267200" y="732792"/>
          <a:ext cx="761999" cy="5857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Feature</a:t>
          </a:r>
          <a:endParaRPr lang="en-US" sz="1600" kern="1200" dirty="0"/>
        </a:p>
      </dsp:txBody>
      <dsp:txXfrm>
        <a:off x="4284357" y="749949"/>
        <a:ext cx="727685" cy="551473"/>
      </dsp:txXfrm>
    </dsp:sp>
    <dsp:sp modelId="{DDC99B42-45DC-4B7B-A8C2-C230E73F79F0}">
      <dsp:nvSpPr>
        <dsp:cNvPr id="0" name=""/>
        <dsp:cNvSpPr/>
      </dsp:nvSpPr>
      <dsp:spPr>
        <a:xfrm>
          <a:off x="5105400" y="931198"/>
          <a:ext cx="161544" cy="1889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5105400" y="968993"/>
        <a:ext cx="113081" cy="113386"/>
      </dsp:txXfrm>
    </dsp:sp>
    <dsp:sp modelId="{7E895DA7-63C1-4D96-AACC-C142CECF4A3B}">
      <dsp:nvSpPr>
        <dsp:cNvPr id="0" name=""/>
        <dsp:cNvSpPr/>
      </dsp:nvSpPr>
      <dsp:spPr>
        <a:xfrm>
          <a:off x="5334000" y="732792"/>
          <a:ext cx="761999" cy="5857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SVM</a:t>
          </a:r>
          <a:endParaRPr lang="en-US" sz="1600" kern="1200" dirty="0"/>
        </a:p>
      </dsp:txBody>
      <dsp:txXfrm>
        <a:off x="5351157" y="749949"/>
        <a:ext cx="727685" cy="5514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4367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Klasifikacija</a:t>
            </a:r>
            <a:r>
              <a:rPr dirty="0"/>
              <a:t> </a:t>
            </a:r>
            <a:r>
              <a:rPr dirty="0" err="1"/>
              <a:t>simptoma</a:t>
            </a:r>
            <a:r>
              <a:rPr dirty="0"/>
              <a:t> </a:t>
            </a:r>
            <a:r>
              <a:rPr dirty="0" err="1"/>
              <a:t>bolesti</a:t>
            </a:r>
            <a:r>
              <a:rPr dirty="0"/>
              <a:t> </a:t>
            </a:r>
            <a:r>
              <a:rPr dirty="0" err="1"/>
              <a:t>lista</a:t>
            </a:r>
            <a:r>
              <a:rPr dirty="0"/>
              <a:t> </a:t>
            </a:r>
            <a:r>
              <a:rPr lang="en-US" dirty="0" err="1" smtClean="0"/>
              <a:t>paprike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Uvod i motivacija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err="1" smtClean="0"/>
              <a:t>Bolesti</a:t>
            </a:r>
            <a:r>
              <a:rPr lang="en-US" dirty="0" smtClean="0"/>
              <a:t>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utiču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prinos</a:t>
            </a:r>
            <a:r>
              <a:rPr lang="en-US" dirty="0"/>
              <a:t> </a:t>
            </a:r>
            <a:r>
              <a:rPr lang="en-US" dirty="0" err="1" smtClean="0"/>
              <a:t>biljaka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 err="1" smtClean="0"/>
              <a:t>Vizuelna</a:t>
            </a:r>
            <a:r>
              <a:rPr lang="en-US" dirty="0" smtClean="0"/>
              <a:t> </a:t>
            </a:r>
            <a:r>
              <a:rPr lang="en-US" dirty="0" err="1"/>
              <a:t>inspekcija</a:t>
            </a:r>
            <a:r>
              <a:rPr lang="en-US" dirty="0"/>
              <a:t> je </a:t>
            </a:r>
            <a:r>
              <a:rPr lang="en-US" dirty="0" err="1"/>
              <a:t>spora</a:t>
            </a:r>
            <a:r>
              <a:rPr lang="en-US" dirty="0"/>
              <a:t> i </a:t>
            </a:r>
            <a:r>
              <a:rPr lang="en-US" dirty="0" err="1" smtClean="0"/>
              <a:t>subjektivna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 err="1" smtClean="0"/>
              <a:t>Automatizacija</a:t>
            </a:r>
            <a:r>
              <a:rPr lang="en-US" dirty="0" smtClean="0"/>
              <a:t> </a:t>
            </a:r>
            <a:r>
              <a:rPr lang="en-US" dirty="0" err="1"/>
              <a:t>pomaže</a:t>
            </a:r>
            <a:r>
              <a:rPr lang="en-US" dirty="0"/>
              <a:t> </a:t>
            </a:r>
            <a:r>
              <a:rPr lang="en-US" dirty="0" err="1"/>
              <a:t>ranom</a:t>
            </a:r>
            <a:r>
              <a:rPr lang="en-US" dirty="0"/>
              <a:t> </a:t>
            </a:r>
            <a:r>
              <a:rPr lang="en-US" dirty="0" err="1"/>
              <a:t>otkrivanju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Cilj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 err="1" smtClean="0"/>
              <a:t>Razvoj</a:t>
            </a:r>
            <a:r>
              <a:rPr dirty="0" smtClean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za</a:t>
            </a:r>
            <a:r>
              <a:rPr dirty="0"/>
              <a:t> </a:t>
            </a:r>
            <a:r>
              <a:rPr dirty="0" err="1"/>
              <a:t>klasifikaciju</a:t>
            </a:r>
            <a:r>
              <a:rPr dirty="0"/>
              <a:t> </a:t>
            </a:r>
            <a:r>
              <a:rPr dirty="0" err="1"/>
              <a:t>simptoma</a:t>
            </a:r>
            <a:r>
              <a:rPr dirty="0"/>
              <a:t> </a:t>
            </a:r>
            <a:r>
              <a:rPr dirty="0" err="1" smtClean="0"/>
              <a:t>bolesti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endParaRPr dirty="0"/>
          </a:p>
          <a:p>
            <a:pPr>
              <a:buFont typeface="Wingdings" pitchFamily="2" charset="2"/>
              <a:buChar char="v"/>
            </a:pPr>
            <a:r>
              <a:rPr dirty="0" smtClean="0"/>
              <a:t>Tri </a:t>
            </a:r>
            <a:r>
              <a:rPr dirty="0" err="1"/>
              <a:t>klase</a:t>
            </a:r>
            <a:r>
              <a:rPr dirty="0"/>
              <a:t>: </a:t>
            </a:r>
            <a:r>
              <a:rPr dirty="0" err="1"/>
              <a:t>zdravo</a:t>
            </a:r>
            <a:r>
              <a:rPr dirty="0"/>
              <a:t> </a:t>
            </a:r>
            <a:r>
              <a:rPr dirty="0" err="1"/>
              <a:t>lišće</a:t>
            </a:r>
            <a:r>
              <a:rPr dirty="0"/>
              <a:t>, </a:t>
            </a:r>
            <a:r>
              <a:rPr dirty="0" err="1"/>
              <a:t>pepelnica</a:t>
            </a:r>
            <a:r>
              <a:rPr dirty="0"/>
              <a:t>, </a:t>
            </a:r>
            <a:r>
              <a:rPr dirty="0" err="1" smtClean="0"/>
              <a:t>plamenjača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endParaRPr dirty="0"/>
          </a:p>
          <a:p>
            <a:pPr>
              <a:buFont typeface="Wingdings" pitchFamily="2" charset="2"/>
              <a:buChar char="v"/>
            </a:pPr>
            <a:r>
              <a:rPr dirty="0" err="1" smtClean="0"/>
              <a:t>Pristup</a:t>
            </a:r>
            <a:r>
              <a:rPr dirty="0"/>
              <a:t>: </a:t>
            </a:r>
            <a:r>
              <a:rPr dirty="0" err="1"/>
              <a:t>obrada</a:t>
            </a:r>
            <a:r>
              <a:rPr dirty="0"/>
              <a:t> </a:t>
            </a:r>
            <a:r>
              <a:rPr dirty="0" err="1"/>
              <a:t>slike</a:t>
            </a:r>
            <a:r>
              <a:rPr dirty="0"/>
              <a:t> + </a:t>
            </a:r>
            <a:r>
              <a:rPr dirty="0" err="1"/>
              <a:t>mašinsko</a:t>
            </a:r>
            <a:r>
              <a:rPr dirty="0"/>
              <a:t> </a:t>
            </a:r>
            <a:r>
              <a:rPr dirty="0" err="1"/>
              <a:t>učenje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 smtClean="0"/>
              <a:t>Chili </a:t>
            </a:r>
            <a:r>
              <a:rPr dirty="0"/>
              <a:t>Plant Disease </a:t>
            </a:r>
            <a:r>
              <a:rPr dirty="0" smtClean="0"/>
              <a:t>Dataset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endParaRPr dirty="0"/>
          </a:p>
          <a:p>
            <a:pPr>
              <a:buFont typeface="Wingdings" pitchFamily="2" charset="2"/>
              <a:buChar char="v"/>
            </a:pPr>
            <a:r>
              <a:rPr dirty="0" smtClean="0"/>
              <a:t>3 </a:t>
            </a:r>
            <a:r>
              <a:rPr dirty="0" err="1" smtClean="0"/>
              <a:t>klase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endParaRPr dirty="0"/>
          </a:p>
          <a:p>
            <a:pPr>
              <a:buFont typeface="Wingdings" pitchFamily="2" charset="2"/>
              <a:buChar char="v"/>
            </a:pPr>
            <a:r>
              <a:rPr dirty="0" err="1" smtClean="0"/>
              <a:t>Podela</a:t>
            </a:r>
            <a:r>
              <a:rPr dirty="0"/>
              <a:t>: train / </a:t>
            </a:r>
            <a:r>
              <a:rPr dirty="0" err="1" smtClean="0"/>
              <a:t>val</a:t>
            </a:r>
            <a:r>
              <a:rPr dirty="0" smtClean="0"/>
              <a:t> </a:t>
            </a:r>
            <a:r>
              <a:rPr dirty="0"/>
              <a:t>/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Pregled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 err="1" smtClean="0"/>
              <a:t>Poboljšanje</a:t>
            </a:r>
            <a:r>
              <a:rPr dirty="0" smtClean="0"/>
              <a:t> </a:t>
            </a:r>
            <a:r>
              <a:rPr dirty="0" err="1"/>
              <a:t>kontrasta</a:t>
            </a:r>
            <a:r>
              <a:rPr dirty="0"/>
              <a:t> (CLAHE</a:t>
            </a:r>
            <a:r>
              <a:rPr dirty="0" smtClean="0"/>
              <a:t>)</a:t>
            </a:r>
            <a:endParaRPr dirty="0"/>
          </a:p>
          <a:p>
            <a:pPr>
              <a:buFont typeface="Wingdings" pitchFamily="2" charset="2"/>
              <a:buChar char="v"/>
            </a:pPr>
            <a:r>
              <a:rPr dirty="0" err="1" smtClean="0"/>
              <a:t>Segmentacija</a:t>
            </a:r>
            <a:r>
              <a:rPr dirty="0" smtClean="0"/>
              <a:t> </a:t>
            </a:r>
            <a:r>
              <a:rPr dirty="0"/>
              <a:t>(K-means</a:t>
            </a:r>
            <a:r>
              <a:rPr dirty="0" smtClean="0"/>
              <a:t>)</a:t>
            </a:r>
            <a:endParaRPr dirty="0"/>
          </a:p>
          <a:p>
            <a:pPr>
              <a:buFont typeface="Wingdings" pitchFamily="2" charset="2"/>
              <a:buChar char="v"/>
            </a:pPr>
            <a:r>
              <a:rPr dirty="0" smtClean="0"/>
              <a:t>ROI </a:t>
            </a:r>
            <a:r>
              <a:rPr dirty="0"/>
              <a:t>i </a:t>
            </a:r>
            <a:r>
              <a:rPr dirty="0" err="1"/>
              <a:t>morfološke</a:t>
            </a:r>
            <a:r>
              <a:rPr dirty="0"/>
              <a:t> </a:t>
            </a:r>
            <a:r>
              <a:rPr dirty="0" err="1"/>
              <a:t>operacije</a:t>
            </a:r>
            <a:endParaRPr dirty="0"/>
          </a:p>
          <a:p>
            <a:pPr>
              <a:buFont typeface="Wingdings" pitchFamily="2" charset="2"/>
              <a:buChar char="v"/>
            </a:pPr>
            <a:r>
              <a:rPr dirty="0" err="1" smtClean="0"/>
              <a:t>Ekstrakcija</a:t>
            </a:r>
            <a:r>
              <a:rPr dirty="0" smtClean="0"/>
              <a:t> </a:t>
            </a:r>
            <a:r>
              <a:rPr dirty="0" err="1"/>
              <a:t>karakteristika</a:t>
            </a:r>
            <a:endParaRPr dirty="0"/>
          </a:p>
          <a:p>
            <a:pPr>
              <a:buFont typeface="Wingdings" pitchFamily="2" charset="2"/>
              <a:buChar char="v"/>
            </a:pPr>
            <a:r>
              <a:rPr dirty="0" smtClean="0"/>
              <a:t>SVM </a:t>
            </a:r>
            <a:r>
              <a:rPr dirty="0" err="1"/>
              <a:t>klasifikacija</a:t>
            </a:r>
            <a:endParaRPr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54208106"/>
              </p:ext>
            </p:extLst>
          </p:nvPr>
        </p:nvGraphicFramePr>
        <p:xfrm>
          <a:off x="1493003" y="3968428"/>
          <a:ext cx="6096000" cy="2051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Predobrada i segmentacija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 smtClean="0"/>
              <a:t>CLAHE </a:t>
            </a:r>
            <a:r>
              <a:rPr dirty="0"/>
              <a:t>u LAB </a:t>
            </a:r>
            <a:r>
              <a:rPr dirty="0" err="1"/>
              <a:t>prostoru</a:t>
            </a:r>
            <a:endParaRPr dirty="0"/>
          </a:p>
          <a:p>
            <a:pPr>
              <a:buFont typeface="Wingdings" pitchFamily="2" charset="2"/>
              <a:buChar char="v"/>
            </a:pPr>
            <a:r>
              <a:rPr dirty="0" smtClean="0"/>
              <a:t>clip </a:t>
            </a:r>
            <a:r>
              <a:rPr dirty="0"/>
              <a:t>limit = 2.0, 8×8 </a:t>
            </a:r>
            <a:r>
              <a:rPr dirty="0" err="1"/>
              <a:t>blokova</a:t>
            </a:r>
            <a:endParaRPr dirty="0"/>
          </a:p>
          <a:p>
            <a:pPr>
              <a:buFont typeface="Wingdings" pitchFamily="2" charset="2"/>
              <a:buChar char="v"/>
            </a:pPr>
            <a:r>
              <a:rPr dirty="0" smtClean="0"/>
              <a:t>K-means </a:t>
            </a:r>
            <a:r>
              <a:rPr dirty="0" err="1"/>
              <a:t>segmentacija</a:t>
            </a:r>
            <a:r>
              <a:rPr dirty="0"/>
              <a:t> (K = 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95" y="3125119"/>
            <a:ext cx="5883023" cy="3249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Tok obrade slike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77" y="1447800"/>
            <a:ext cx="7295645" cy="4572000"/>
          </a:xfrm>
        </p:spPr>
      </p:pic>
    </p:spTree>
    <p:extLst>
      <p:ext uri="{BB962C8B-B14F-4D97-AF65-F5344CB8AC3E}">
        <p14:creationId xmlns:p14="http://schemas.microsoft.com/office/powerpoint/2010/main" val="1271460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Ekstrakcija karakteristika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 err="1" smtClean="0"/>
              <a:t>Regi</a:t>
            </a:r>
            <a:r>
              <a:rPr lang="en-US" dirty="0" err="1" smtClean="0"/>
              <a:t>ja</a:t>
            </a:r>
            <a:r>
              <a:rPr lang="en-US" dirty="0" smtClean="0"/>
              <a:t> od </a:t>
            </a:r>
            <a:r>
              <a:rPr lang="en-US" dirty="0" err="1" smtClean="0"/>
              <a:t>interesa</a:t>
            </a:r>
            <a:r>
              <a:rPr dirty="0" smtClean="0"/>
              <a:t> </a:t>
            </a:r>
            <a:r>
              <a:rPr dirty="0"/>
              <a:t>(ROI)</a:t>
            </a:r>
          </a:p>
          <a:p>
            <a:pPr>
              <a:buFont typeface="Wingdings" pitchFamily="2" charset="2"/>
              <a:buChar char="v"/>
            </a:pPr>
            <a:r>
              <a:rPr dirty="0" err="1" smtClean="0"/>
              <a:t>Srednje</a:t>
            </a:r>
            <a:r>
              <a:rPr dirty="0" smtClean="0"/>
              <a:t> </a:t>
            </a:r>
            <a:r>
              <a:rPr dirty="0" err="1"/>
              <a:t>vrednosti</a:t>
            </a:r>
            <a:r>
              <a:rPr dirty="0"/>
              <a:t> i </a:t>
            </a:r>
            <a:r>
              <a:rPr dirty="0" err="1"/>
              <a:t>standardne</a:t>
            </a:r>
            <a:r>
              <a:rPr dirty="0"/>
              <a:t> </a:t>
            </a:r>
            <a:r>
              <a:rPr dirty="0" err="1"/>
              <a:t>devijacije</a:t>
            </a:r>
            <a:r>
              <a:rPr dirty="0"/>
              <a:t> RGB </a:t>
            </a:r>
            <a:r>
              <a:rPr dirty="0" err="1" smtClean="0"/>
              <a:t>kanala</a:t>
            </a:r>
            <a:endParaRPr lang="sr-Latn-RS" dirty="0" smtClean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308" y="2949437"/>
            <a:ext cx="5507647" cy="2877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Formiranje maske ROI-a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sr-Latn-RS" dirty="0" smtClean="0"/>
              <a:t>Primjenom morfoloških operacija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46" y="2442213"/>
            <a:ext cx="8079784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9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Klasifikacija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 smtClean="0"/>
              <a:t>Support </a:t>
            </a:r>
            <a:r>
              <a:rPr dirty="0"/>
              <a:t>Vector Machine (SVM)</a:t>
            </a:r>
          </a:p>
          <a:p>
            <a:pPr>
              <a:buFont typeface="Wingdings" pitchFamily="2" charset="2"/>
              <a:buChar char="v"/>
            </a:pPr>
            <a:r>
              <a:rPr dirty="0" smtClean="0"/>
              <a:t>RBF </a:t>
            </a:r>
            <a:r>
              <a:rPr dirty="0"/>
              <a:t>kernel</a:t>
            </a:r>
          </a:p>
          <a:p>
            <a:pPr>
              <a:buFont typeface="Wingdings" pitchFamily="2" charset="2"/>
              <a:buChar char="v"/>
            </a:pPr>
            <a:r>
              <a:rPr dirty="0" err="1" smtClean="0"/>
              <a:t>Parametri</a:t>
            </a:r>
            <a:r>
              <a:rPr dirty="0" smtClean="0"/>
              <a:t> </a:t>
            </a:r>
            <a:r>
              <a:rPr dirty="0" err="1"/>
              <a:t>optimizovani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validacionom</a:t>
            </a:r>
            <a:r>
              <a:rPr dirty="0"/>
              <a:t> </a:t>
            </a:r>
            <a:r>
              <a:rPr dirty="0" err="1"/>
              <a:t>skupu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 err="1" smtClean="0"/>
              <a:t>Ukupna</a:t>
            </a:r>
            <a:r>
              <a:rPr dirty="0" smtClean="0"/>
              <a:t> </a:t>
            </a:r>
            <a:r>
              <a:rPr dirty="0" err="1"/>
              <a:t>tačnost</a:t>
            </a:r>
            <a:r>
              <a:rPr dirty="0"/>
              <a:t> </a:t>
            </a:r>
            <a:r>
              <a:rPr dirty="0" err="1"/>
              <a:t>klasifikacije</a:t>
            </a:r>
            <a:r>
              <a:rPr dirty="0"/>
              <a:t>: 83.3%</a:t>
            </a:r>
          </a:p>
          <a:p>
            <a:pPr>
              <a:buFont typeface="Wingdings" pitchFamily="2" charset="2"/>
              <a:buChar char="v"/>
            </a:pPr>
            <a:r>
              <a:rPr dirty="0" err="1" smtClean="0"/>
              <a:t>Detaljna</a:t>
            </a:r>
            <a:r>
              <a:rPr dirty="0" smtClean="0"/>
              <a:t> </a:t>
            </a:r>
            <a:r>
              <a:rPr dirty="0" err="1"/>
              <a:t>analiza</a:t>
            </a:r>
            <a:r>
              <a:rPr dirty="0"/>
              <a:t> </a:t>
            </a:r>
            <a:r>
              <a:rPr dirty="0" err="1"/>
              <a:t>po</a:t>
            </a:r>
            <a:r>
              <a:rPr dirty="0"/>
              <a:t> </a:t>
            </a:r>
            <a:r>
              <a:rPr dirty="0" err="1" smtClean="0"/>
              <a:t>klasama</a:t>
            </a:r>
            <a:endParaRPr lang="en-US" dirty="0" smtClean="0"/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619606"/>
              </p:ext>
            </p:extLst>
          </p:nvPr>
        </p:nvGraphicFramePr>
        <p:xfrm>
          <a:off x="1524001" y="3336785"/>
          <a:ext cx="6096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Klasa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Precision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F1-score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healthy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0.778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whitefly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yellowish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0.909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Matrica konfuzije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03559308"/>
              </p:ext>
            </p:extLst>
          </p:nvPr>
        </p:nvGraphicFramePr>
        <p:xfrm>
          <a:off x="914400" y="2145224"/>
          <a:ext cx="7772400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1808"/>
                <a:gridCol w="1944392"/>
                <a:gridCol w="19431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700" dirty="0" err="1" smtClean="0"/>
                        <a:t>Stvarna</a:t>
                      </a:r>
                      <a:r>
                        <a:rPr lang="en-US" sz="1700" dirty="0" smtClean="0"/>
                        <a:t>/</a:t>
                      </a:r>
                      <a:r>
                        <a:rPr lang="en-US" sz="1700" dirty="0" err="1" smtClean="0"/>
                        <a:t>Predvidjena</a:t>
                      </a:r>
                      <a:endParaRPr lang="en-US" sz="1700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healthy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whitefly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yellowish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healthy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70%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20%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10%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whitefly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10%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80%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10%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yellowish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0%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0%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 marL="86360" marR="8636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46867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vi-VN" sz="2400" dirty="0"/>
              <a:t>Najbolje prepoznata klasa plamenjača zbog izraženog </a:t>
            </a:r>
            <a:r>
              <a:rPr lang="vi-VN" sz="2400" dirty="0" smtClean="0"/>
              <a:t>žutila</a:t>
            </a:r>
            <a:endParaRPr lang="en-US" sz="2400" dirty="0" smtClean="0"/>
          </a:p>
          <a:p>
            <a:r>
              <a:rPr lang="vi-VN" sz="2400" dirty="0" smtClean="0"/>
              <a:t> </a:t>
            </a:r>
            <a:endParaRPr lang="vi-VN" sz="2400" dirty="0"/>
          </a:p>
          <a:p>
            <a:pPr>
              <a:buFont typeface="Wingdings" pitchFamily="2" charset="2"/>
              <a:buChar char="v"/>
            </a:pPr>
            <a:r>
              <a:rPr lang="vi-VN" sz="2400" dirty="0"/>
              <a:t>Najviše grešaka između zdravog lišća i </a:t>
            </a:r>
            <a:r>
              <a:rPr lang="vi-VN" sz="2400" dirty="0" smtClean="0"/>
              <a:t>pepelnice</a:t>
            </a:r>
            <a:endParaRPr lang="vi-V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Zaključak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 err="1" smtClean="0"/>
              <a:t>Sistem</a:t>
            </a:r>
            <a:r>
              <a:rPr dirty="0" smtClean="0"/>
              <a:t> </a:t>
            </a:r>
            <a:r>
              <a:rPr dirty="0" err="1"/>
              <a:t>daje</a:t>
            </a:r>
            <a:r>
              <a:rPr dirty="0"/>
              <a:t> </a:t>
            </a:r>
            <a:r>
              <a:rPr dirty="0" err="1"/>
              <a:t>stabilne</a:t>
            </a:r>
            <a:r>
              <a:rPr dirty="0"/>
              <a:t> </a:t>
            </a:r>
            <a:r>
              <a:rPr dirty="0" err="1" smtClean="0"/>
              <a:t>rezultate</a:t>
            </a:r>
            <a:endParaRPr lang="en-US" dirty="0" smtClean="0"/>
          </a:p>
          <a:p>
            <a:pPr marL="0" indent="0">
              <a:buNone/>
            </a:pPr>
            <a:endParaRPr dirty="0"/>
          </a:p>
          <a:p>
            <a:pPr>
              <a:buFont typeface="Wingdings" pitchFamily="2" charset="2"/>
              <a:buChar char="v"/>
            </a:pPr>
            <a:r>
              <a:rPr dirty="0" err="1" smtClean="0"/>
              <a:t>Moguća</a:t>
            </a:r>
            <a:r>
              <a:rPr dirty="0" smtClean="0"/>
              <a:t> </a:t>
            </a:r>
            <a:r>
              <a:rPr dirty="0" err="1"/>
              <a:t>poboljšanja</a:t>
            </a:r>
            <a:r>
              <a:rPr dirty="0"/>
              <a:t>: </a:t>
            </a:r>
            <a:r>
              <a:rPr dirty="0" err="1"/>
              <a:t>teksturalne</a:t>
            </a:r>
            <a:r>
              <a:rPr dirty="0"/>
              <a:t> </a:t>
            </a:r>
            <a:r>
              <a:rPr dirty="0" err="1"/>
              <a:t>karakteristike</a:t>
            </a:r>
            <a:r>
              <a:rPr dirty="0"/>
              <a:t>, CNN </a:t>
            </a:r>
            <a:r>
              <a:rPr dirty="0" err="1"/>
              <a:t>modeli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77</TotalTime>
  <Words>229</Words>
  <Application>Microsoft Office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Equity</vt:lpstr>
      <vt:lpstr>Klasifikacija simptoma bolesti lista paprike</vt:lpstr>
      <vt:lpstr>Uvod i motivacija</vt:lpstr>
      <vt:lpstr>Cilj rada</vt:lpstr>
      <vt:lpstr>Dataset</vt:lpstr>
      <vt:lpstr>Pregled sistema</vt:lpstr>
      <vt:lpstr>Predobrada i segmentacija</vt:lpstr>
      <vt:lpstr>Tok obrade slike</vt:lpstr>
      <vt:lpstr>Ekstrakcija karakteristika</vt:lpstr>
      <vt:lpstr>Formiranje maske ROI-a</vt:lpstr>
      <vt:lpstr>Klasifikacija</vt:lpstr>
      <vt:lpstr>Rezultati</vt:lpstr>
      <vt:lpstr>Matrica konfuzije</vt:lpstr>
      <vt:lpstr>Zaključak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Klasifikacija simptoma bolesti lista paprike</dc:title>
  <dc:subject/>
  <dc:creator/>
  <cp:keywords/>
  <dc:description>generated using python-pptx</dc:description>
  <cp:lastModifiedBy>Igor Banovic</cp:lastModifiedBy>
  <cp:revision>10</cp:revision>
  <dcterms:created xsi:type="dcterms:W3CDTF">2013-01-27T09:14:16Z</dcterms:created>
  <dcterms:modified xsi:type="dcterms:W3CDTF">2025-12-29T09:53:56Z</dcterms:modified>
  <cp:category/>
</cp:coreProperties>
</file>